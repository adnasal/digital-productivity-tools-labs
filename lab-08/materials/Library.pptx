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61" r:id="rId4"/>
    <p:sldId id="259" r:id="rId5"/>
    <p:sldId id="260" r:id="rId6"/>
    <p:sldId id="264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EFEB66-DDA6-93EE-6DDF-09B2F80B1880}" v="2" dt="2024-12-11T08:25:50.788"/>
    <p1510:client id="{E3BD684F-97C0-7658-D04B-8350C9230031}" v="3" dt="2024-12-11T08:24:58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40EFEB66-DDA6-93EE-6DDF-09B2F80B1880}"/>
    <pc:docChg chg="addSld delSld">
      <pc:chgData name="Guest User" userId="" providerId="Windows Live" clId="Web-{40EFEB66-DDA6-93EE-6DDF-09B2F80B1880}" dt="2024-12-11T08:25:50.788" v="1"/>
      <pc:docMkLst>
        <pc:docMk/>
      </pc:docMkLst>
      <pc:sldChg chg="new del">
        <pc:chgData name="Guest User" userId="" providerId="Windows Live" clId="Web-{40EFEB66-DDA6-93EE-6DDF-09B2F80B1880}" dt="2024-12-11T08:25:50.788" v="1"/>
        <pc:sldMkLst>
          <pc:docMk/>
          <pc:sldMk cId="1965571240" sldId="265"/>
        </pc:sldMkLst>
      </pc:sldChg>
    </pc:docChg>
  </pc:docChgLst>
  <pc:docChgLst>
    <pc:chgData name="Guest User" providerId="Windows Live" clId="Web-{E3BD684F-97C0-7658-D04B-8350C9230031}"/>
    <pc:docChg chg="modSld">
      <pc:chgData name="Guest User" userId="" providerId="Windows Live" clId="Web-{E3BD684F-97C0-7658-D04B-8350C9230031}" dt="2024-12-11T08:24:54.602" v="1" actId="20577"/>
      <pc:docMkLst>
        <pc:docMk/>
      </pc:docMkLst>
      <pc:sldChg chg="modSp">
        <pc:chgData name="Guest User" userId="" providerId="Windows Live" clId="Web-{E3BD684F-97C0-7658-D04B-8350C9230031}" dt="2024-12-11T08:24:54.602" v="1" actId="20577"/>
        <pc:sldMkLst>
          <pc:docMk/>
          <pc:sldMk cId="0" sldId="256"/>
        </pc:sldMkLst>
        <pc:spChg chg="mod">
          <ac:chgData name="Guest User" userId="" providerId="Windows Live" clId="Web-{E3BD684F-97C0-7658-D04B-8350C9230031}" dt="2024-12-11T08:24:54.602" v="1" actId="20577"/>
          <ac:spMkLst>
            <pc:docMk/>
            <pc:sldMk cId="0" sldId="256"/>
            <ac:spMk id="2050" creationId="{00000000-0000-0000-0000-000000000000}"/>
          </ac:spMkLst>
        </pc:spChg>
      </pc:sldChg>
    </pc:docChg>
  </pc:docChgLst>
  <pc:docChgLst>
    <pc:chgData name="Belma Ramic-Brkic" userId="38c0b1d9-3138-45f5-8c7c-c219f8602f62" providerId="ADAL" clId="{A02646DF-D38C-4AE6-BADB-316EC97BF3BE}"/>
    <pc:docChg chg="custSel modSld">
      <pc:chgData name="Belma Ramic-Brkic" userId="38c0b1d9-3138-45f5-8c7c-c219f8602f62" providerId="ADAL" clId="{A02646DF-D38C-4AE6-BADB-316EC97BF3BE}" dt="2020-04-30T07:20:38.163" v="54" actId="20577"/>
      <pc:docMkLst>
        <pc:docMk/>
      </pc:docMkLst>
      <pc:sldChg chg="modSp mod modNotesTx">
        <pc:chgData name="Belma Ramic-Brkic" userId="38c0b1d9-3138-45f5-8c7c-c219f8602f62" providerId="ADAL" clId="{A02646DF-D38C-4AE6-BADB-316EC97BF3BE}" dt="2020-04-30T07:20:38.163" v="54" actId="20577"/>
        <pc:sldMkLst>
          <pc:docMk/>
          <pc:sldMk cId="0" sldId="25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lvl1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b" compatLnSpc="1"/>
          <a:lstStyle>
            <a:lvl1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b" compatLnSpc="1"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</a:defRPr>
            </a:lvl1pPr>
          </a:lstStyle>
          <a:p>
            <a:fld id="{C7049767-2568-4964-9B6A-7A25C41514C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8BA74CC0-1B10-4111-962E-A845BA009061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DE6EF94E-58BB-4A67-AAA2-26C7DD39B5C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s-Latn-BA"/>
              <a:t>This is a speakers‘ note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EF94E-58BB-4A67-AAA2-26C7DD39B5C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332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5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None/>
              <a:defRPr sz="3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A1155EF-4254-4529-B064-AA1F42B66E77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25607" name="Group 7"/>
          <p:cNvGrpSpPr>
            <a:grpSpLocks/>
          </p:cNvGrpSpPr>
          <p:nvPr/>
        </p:nvGrpSpPr>
        <p:grpSpPr bwMode="auto">
          <a:xfrm>
            <a:off x="228600" y="2889250"/>
            <a:ext cx="8610600" cy="201613"/>
            <a:chOff x="144" y="1680"/>
            <a:chExt cx="5424" cy="144"/>
          </a:xfrm>
        </p:grpSpPr>
        <p:sp>
          <p:nvSpPr>
            <p:cNvPr id="25608" name="Rectangle 8"/>
            <p:cNvSpPr>
              <a:spLocks noChangeArrowheads="1"/>
            </p:cNvSpPr>
            <p:nvPr userDrawn="1"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anchor="ctr" compatLnSpc="1"/>
            <a:lstStyle/>
            <a:p>
              <a:endParaRPr lang="en-US"/>
            </a:p>
          </p:txBody>
        </p:sp>
        <p:sp>
          <p:nvSpPr>
            <p:cNvPr id="25609" name="Rectangle 9"/>
            <p:cNvSpPr>
              <a:spLocks noChangeArrowheads="1"/>
            </p:cNvSpPr>
            <p:nvPr userDrawn="1"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anchor="ctr" compatLnSpc="1"/>
            <a:lstStyle/>
            <a:p>
              <a:endParaRPr lang="en-US"/>
            </a:p>
          </p:txBody>
        </p:sp>
        <p:sp>
          <p:nvSpPr>
            <p:cNvPr id="25610" name="Rectangle 10"/>
            <p:cNvSpPr>
              <a:spLocks noChangeArrowheads="1"/>
            </p:cNvSpPr>
            <p:nvPr userDrawn="1"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anchor="ctr" compatLnSpc="1"/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 rtlCol="0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4B530-C441-4401-9FE3-C6B5BE90A82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rtlCol="0"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rtlCol="0"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A3316-B7FD-42DF-9BD9-AF50AD9FC7D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 rtlCol="0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11A81-1463-453A-8360-652F501C238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rtlCol="0"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DD967-EC63-4C8C-8CF4-6F45FBE4959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 rtlCol="0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62B8-83EB-4014-9C35-F233A79D0A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FFD8B-FD66-4492-A110-D25DF973C43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rtlCol="0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rtlCol="0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080ED-AC1E-47D9-BDFE-846ECC0BA67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rtlCol="0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rtlCol="0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91473-8C82-4EC0-BF20-160D30CDB20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 rtlCol="0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FE25C-6F9E-4406-B8AA-D4D3C859BF3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b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lvl1pPr algn="l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>
                    <a:alpha val="100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lvl1pPr algn="ctr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>
                    <a:alpha val="100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lvl1pPr algn="r" fontAlgn="base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>
                    <a:alpha val="100000"/>
                  </a:schemeClr>
                </a:solidFill>
                <a:latin typeface="+mn-lt"/>
              </a:defRPr>
            </a:lvl1pPr>
          </a:lstStyle>
          <a:p>
            <a:fld id="{686BB6F6-658E-45F7-9E80-3F8AF16A6FF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chemeClr val="tx1">
                  <a:alpha val="100000"/>
                </a:schemeClr>
              </a:solidFill>
              <a:latin typeface="Times New Roman"/>
            </a:endParaRPr>
          </a:p>
        </p:txBody>
      </p:sp>
      <p:sp>
        <p:nvSpPr>
          <p:cNvPr id="24584" name="Line 8"/>
          <p:cNvSpPr>
            <a:spLocks noChangeShapeType="1"/>
          </p:cNvSpPr>
          <p:nvPr/>
        </p:nvSpPr>
        <p:spPr bwMode="auto">
          <a:xfrm>
            <a:off x="457200" y="1447800"/>
            <a:ext cx="8077200" cy="0"/>
          </a:xfrm>
          <a:prstGeom prst="line">
            <a:avLst/>
          </a:prstGeom>
          <a:noFill/>
          <a:ln w="190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/>
          </a:p>
        </p:txBody>
      </p:sp>
      <p:sp>
        <p:nvSpPr>
          <p:cNvPr id="24585" name="Rectangle 9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chemeClr val="tx1">
                  <a:alpha val="100000"/>
                </a:schemeClr>
              </a:solidFill>
              <a:latin typeface="Times New Roman"/>
            </a:endParaRPr>
          </a:p>
        </p:txBody>
      </p:sp>
      <p:sp>
        <p:nvSpPr>
          <p:cNvPr id="24586" name="Rectangle 10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chemeClr val="tx1">
                  <a:alpha val="100000"/>
                </a:schemeClr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+mj-lt"/>
          <a:ea typeface="+mj-ea"/>
          <a:cs typeface="+mj-cs"/>
        </a:defRPr>
      </a:lvl1pPr>
      <a:lvl2pPr algn="l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Garamond"/>
        </a:defRPr>
      </a:lvl2pPr>
      <a:lvl3pPr algn="l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Garamond"/>
        </a:defRPr>
      </a:lvl3pPr>
      <a:lvl4pPr algn="l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Garamond"/>
        </a:defRPr>
      </a:lvl4pPr>
      <a:lvl5pPr algn="l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Garamond"/>
        </a:defRPr>
      </a:lvl5pPr>
      <a:lvl6pPr marL="457200" algn="l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Garamond"/>
        </a:defRPr>
      </a:lvl6pPr>
      <a:lvl7pPr marL="914400" algn="l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Garamond"/>
        </a:defRPr>
      </a:lvl7pPr>
      <a:lvl8pPr marL="1371600" algn="l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Garamond"/>
        </a:defRPr>
      </a:lvl8pPr>
      <a:lvl9pPr marL="1828800" algn="l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Garamond"/>
        </a:defRPr>
      </a:lvl9pPr>
    </p:titleStyle>
    <p:bodyStyle>
      <a:lvl1pPr marL="342900" indent="-342900" algn="l" fontAlgn="base">
        <a:spcBef>
          <a:spcPct val="20000"/>
        </a:spcBef>
        <a:spcAft>
          <a:spcPct val="0"/>
        </a:spcAft>
        <a:buClr>
          <a:schemeClr val="bg2">
            <a:alpha val="100000"/>
          </a:schemeClr>
        </a:buClr>
        <a:buSzPct val="75000"/>
        <a:buFont typeface="Wingdings"/>
        <a:buChar char="p"/>
        <a:defRPr sz="2800">
          <a:solidFill>
            <a:schemeClr val="tx1">
              <a:alpha val="100000"/>
            </a:schemeClr>
          </a:solidFill>
          <a:latin typeface="+mn-lt"/>
          <a:ea typeface="+mn-ea"/>
          <a:cs typeface="+mn-cs"/>
        </a:defRPr>
      </a:lvl1pPr>
      <a:lvl2pPr marL="742950" indent="-285750" algn="l" fontAlgn="base">
        <a:spcBef>
          <a:spcPct val="20000"/>
        </a:spcBef>
        <a:spcAft>
          <a:spcPct val="0"/>
        </a:spcAft>
        <a:buClr>
          <a:schemeClr val="tx2">
            <a:alpha val="100000"/>
          </a:schemeClr>
        </a:buClr>
        <a:buSzPct val="75000"/>
        <a:buFont typeface="Wingdings"/>
        <a:buChar char="n"/>
        <a:defRPr sz="2400">
          <a:solidFill>
            <a:schemeClr val="tx1">
              <a:alpha val="100000"/>
            </a:schemeClr>
          </a:solidFill>
          <a:latin typeface="+mn-lt"/>
        </a:defRPr>
      </a:lvl2pPr>
      <a:lvl3pPr marL="1143000" indent="-228600" algn="l" fontAlgn="base">
        <a:spcBef>
          <a:spcPct val="20000"/>
        </a:spcBef>
        <a:spcAft>
          <a:spcPct val="0"/>
        </a:spcAft>
        <a:buClr>
          <a:schemeClr val="accent1">
            <a:alpha val="100000"/>
          </a:schemeClr>
        </a:buClr>
        <a:buSzPct val="65000"/>
        <a:buFont typeface="Wingdings"/>
        <a:buChar char="p"/>
        <a:defRPr sz="2000">
          <a:solidFill>
            <a:schemeClr val="tx1">
              <a:alpha val="100000"/>
            </a:schemeClr>
          </a:solidFill>
          <a:latin typeface="+mn-lt"/>
        </a:defRPr>
      </a:lvl3pPr>
      <a:lvl4pPr marL="1600200" indent="-228600" algn="l" fontAlgn="base">
        <a:spcBef>
          <a:spcPct val="20000"/>
        </a:spcBef>
        <a:spcAft>
          <a:spcPct val="0"/>
        </a:spcAft>
        <a:buClr>
          <a:schemeClr val="bg2">
            <a:alpha val="100000"/>
          </a:schemeClr>
        </a:buClr>
        <a:buFont typeface="Wingdings"/>
        <a:buChar char="§"/>
        <a:defRPr>
          <a:solidFill>
            <a:schemeClr val="tx1">
              <a:alpha val="100000"/>
            </a:schemeClr>
          </a:solidFill>
          <a:latin typeface="+mn-lt"/>
        </a:defRPr>
      </a:lvl4pPr>
      <a:lvl5pPr marL="2057400" indent="-228600" algn="l" fontAlgn="base">
        <a:spcBef>
          <a:spcPct val="20000"/>
        </a:spcBef>
        <a:spcAft>
          <a:spcPct val="0"/>
        </a:spcAft>
        <a:buClr>
          <a:schemeClr val="tx2">
            <a:alpha val="100000"/>
          </a:schemeClr>
        </a:buClr>
        <a:buSzPct val="80000"/>
        <a:buFont typeface="Wingdings"/>
        <a:buChar char="§"/>
        <a:defRPr>
          <a:solidFill>
            <a:schemeClr val="tx1">
              <a:alpha val="100000"/>
            </a:schemeClr>
          </a:solidFill>
          <a:latin typeface="+mn-lt"/>
        </a:defRPr>
      </a:lvl5pPr>
      <a:lvl6pPr marL="2514600" indent="-228600" algn="l" fontAlgn="base">
        <a:spcBef>
          <a:spcPct val="20000"/>
        </a:spcBef>
        <a:spcAft>
          <a:spcPct val="0"/>
        </a:spcAft>
        <a:buClr>
          <a:schemeClr val="tx2">
            <a:alpha val="100000"/>
          </a:schemeClr>
        </a:buClr>
        <a:buSzPct val="80000"/>
        <a:buFont typeface="Wingdings"/>
        <a:buChar char="§"/>
        <a:defRPr>
          <a:solidFill>
            <a:schemeClr val="tx1">
              <a:alpha val="100000"/>
            </a:schemeClr>
          </a:solidFill>
          <a:latin typeface="+mn-lt"/>
        </a:defRPr>
      </a:lvl6pPr>
      <a:lvl7pPr marL="2971800" indent="-228600" algn="l" fontAlgn="base">
        <a:spcBef>
          <a:spcPct val="20000"/>
        </a:spcBef>
        <a:spcAft>
          <a:spcPct val="0"/>
        </a:spcAft>
        <a:buClr>
          <a:schemeClr val="tx2">
            <a:alpha val="100000"/>
          </a:schemeClr>
        </a:buClr>
        <a:buSzPct val="80000"/>
        <a:buFont typeface="Wingdings"/>
        <a:buChar char="§"/>
        <a:defRPr>
          <a:solidFill>
            <a:schemeClr val="tx1">
              <a:alpha val="100000"/>
            </a:schemeClr>
          </a:solidFill>
          <a:latin typeface="+mn-lt"/>
        </a:defRPr>
      </a:lvl7pPr>
      <a:lvl8pPr marL="3429000" indent="-228600" algn="l" fontAlgn="base">
        <a:spcBef>
          <a:spcPct val="20000"/>
        </a:spcBef>
        <a:spcAft>
          <a:spcPct val="0"/>
        </a:spcAft>
        <a:buClr>
          <a:schemeClr val="tx2">
            <a:alpha val="100000"/>
          </a:schemeClr>
        </a:buClr>
        <a:buSzPct val="80000"/>
        <a:buFont typeface="Wingdings"/>
        <a:buChar char="§"/>
        <a:defRPr>
          <a:solidFill>
            <a:schemeClr val="tx1">
              <a:alpha val="100000"/>
            </a:schemeClr>
          </a:solidFill>
          <a:latin typeface="+mn-lt"/>
        </a:defRPr>
      </a:lvl8pPr>
      <a:lvl9pPr marL="3886200" indent="-228600" algn="l" fontAlgn="base">
        <a:spcBef>
          <a:spcPct val="20000"/>
        </a:spcBef>
        <a:spcAft>
          <a:spcPct val="0"/>
        </a:spcAft>
        <a:buClr>
          <a:schemeClr val="tx2">
            <a:alpha val="100000"/>
          </a:schemeClr>
        </a:buClr>
        <a:buSzPct val="80000"/>
        <a:buFont typeface="Wingdings"/>
        <a:buChar char="§"/>
        <a:defRPr>
          <a:solidFill>
            <a:schemeClr val="tx1">
              <a:alpha val="100000"/>
            </a:schemeClr>
          </a:solidFill>
          <a:latin typeface="+mn-lt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Community Outreach Services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Davion McGechie, Director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Mission Statement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To create </a:t>
            </a:r>
            <a:r>
              <a:rPr lang="en-US" err="1"/>
              <a:t>relavant</a:t>
            </a:r>
            <a:r>
              <a:rPr lang="en-US"/>
              <a:t> library services for Adult Learners, Adult New Readers, and Persons with Disabilities</a:t>
            </a:r>
          </a:p>
          <a:p>
            <a:r>
              <a:rPr lang="en-US"/>
              <a:t>To provide staff training</a:t>
            </a:r>
          </a:p>
          <a:p>
            <a:r>
              <a:rPr lang="en-US"/>
              <a:t>To develop closer relationships between Carriage Public Library and </a:t>
            </a:r>
            <a:r>
              <a:rPr lang="en-US" err="1"/>
              <a:t>comunity</a:t>
            </a:r>
            <a:r>
              <a:rPr lang="en-US"/>
              <a:t> groups </a:t>
            </a:r>
            <a:endParaRPr lang="bs-Latn-BA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About the Library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Consists of 10 libraries </a:t>
            </a:r>
          </a:p>
          <a:p>
            <a:r>
              <a:rPr lang="en-US"/>
              <a:t>Four central </a:t>
            </a:r>
            <a:r>
              <a:rPr lang="en-US" err="1"/>
              <a:t>libraries</a:t>
            </a:r>
            <a:r>
              <a:rPr lang="en-US"/>
              <a:t> with in-depth collections</a:t>
            </a:r>
          </a:p>
          <a:p>
            <a:r>
              <a:rPr lang="en-US"/>
              <a:t>Six neighborhood branch libraries</a:t>
            </a:r>
          </a:p>
          <a:p>
            <a:r>
              <a:rPr lang="en-US"/>
              <a:t>Bookmobile</a:t>
            </a:r>
          </a:p>
          <a:p>
            <a:r>
              <a:rPr lang="en-US"/>
              <a:t>Digital library</a:t>
            </a:r>
          </a:p>
          <a:p>
            <a:r>
              <a:rPr lang="en-US"/>
              <a:t>Special Events &amp; Programs</a:t>
            </a:r>
          </a:p>
          <a:p>
            <a:pPr lvl="1"/>
            <a:r>
              <a:rPr lang="en-US"/>
              <a:t>Deaf History Month: May</a:t>
            </a:r>
          </a:p>
          <a:p>
            <a:pPr lvl="1"/>
            <a:r>
              <a:rPr lang="en-US"/>
              <a:t>National Literacy Month: September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Community Outreach Programs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Adult literacy</a:t>
            </a:r>
          </a:p>
          <a:p>
            <a:r>
              <a:rPr lang="en-US"/>
              <a:t>Correctional facilities</a:t>
            </a:r>
          </a:p>
          <a:p>
            <a:r>
              <a:rPr lang="en-US"/>
              <a:t>Elderly adults &amp; nursing homes</a:t>
            </a:r>
          </a:p>
          <a:p>
            <a:r>
              <a:rPr lang="en-US"/>
              <a:t>English as a Second Language (ESL)</a:t>
            </a:r>
          </a:p>
          <a:p>
            <a:r>
              <a:rPr lang="en-US"/>
              <a:t>Persons with disabilities</a:t>
            </a:r>
          </a:p>
          <a:p>
            <a:r>
              <a:rPr lang="en-US"/>
              <a:t>Persons without homes</a:t>
            </a:r>
          </a:p>
          <a:p>
            <a:r>
              <a:rPr lang="en-US"/>
              <a:t>Senior citizens</a:t>
            </a:r>
          </a:p>
          <a:p>
            <a:endParaRPr 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Branch Libraries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Bayview Branch</a:t>
            </a:r>
          </a:p>
          <a:p>
            <a:r>
              <a:rPr lang="en-US"/>
              <a:t>Kent Road Branch </a:t>
            </a:r>
          </a:p>
          <a:p>
            <a:r>
              <a:rPr lang="en-US"/>
              <a:t>Milford University Branch </a:t>
            </a:r>
          </a:p>
          <a:p>
            <a:r>
              <a:rPr lang="en-US"/>
              <a:t>Morningside Branch </a:t>
            </a:r>
          </a:p>
          <a:p>
            <a:r>
              <a:rPr lang="en-US"/>
              <a:t>Weeping Log River Branch</a:t>
            </a:r>
          </a:p>
          <a:p>
            <a:r>
              <a:rPr lang="en-US"/>
              <a:t>Wilderness Beach Branch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Volunteering Guidelines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Previous experience is not necessary </a:t>
            </a:r>
          </a:p>
          <a:p>
            <a:r>
              <a:rPr lang="en-US"/>
              <a:t>Mandatory health screening</a:t>
            </a:r>
          </a:p>
          <a:p>
            <a:r>
              <a:rPr lang="en-US"/>
              <a:t>Must complete initial volunteer training</a:t>
            </a:r>
          </a:p>
          <a:p>
            <a:r>
              <a:rPr lang="en-US"/>
              <a:t>Must be available for at least nine months after training</a:t>
            </a:r>
          </a:p>
          <a:p>
            <a:r>
              <a:rPr lang="en-US"/>
              <a:t>Must volunteer at least twice a week for four hours each week</a:t>
            </a:r>
          </a:p>
          <a:p>
            <a:r>
              <a:rPr lang="en-US"/>
              <a:t>Be available to train other volunteers</a:t>
            </a:r>
          </a:p>
          <a:p>
            <a:endParaRPr 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Garamond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anchor="t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None/>
          <a:tabLst/>
          <a:defRPr kumimoji="0" lang="en-US" sz="1800" b="0" i="0" u="none" strike="noStrike" baseline="0">
            <a:solidFill>
              <a:schemeClr val="tx1">
                <a:alpha val="100000"/>
              </a:schemeClr>
            </a:solidFill>
            <a:effectLst/>
            <a:latin typeface="Verdana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anchor="t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None/>
          <a:tabLst/>
          <a:defRPr kumimoji="0" lang="en-US" sz="1800" b="0" i="0" u="none" strike="noStrike" baseline="0">
            <a:solidFill>
              <a:schemeClr val="tx1">
                <a:alpha val="100000"/>
              </a:schemeClr>
            </a:solidFill>
            <a:effectLst/>
            <a:latin typeface="Verdana"/>
          </a:defRPr>
        </a:defPPr>
      </a:lst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Level 8">
    <a:dk1>
      <a:srgbClr val="000000"/>
    </a:dk1>
    <a:lt1>
      <a:srgbClr val="FFFFFF"/>
    </a:lt1>
    <a:dk2>
      <a:srgbClr val="999900"/>
    </a:dk2>
    <a:lt2>
      <a:srgbClr val="666600"/>
    </a:lt2>
    <a:accent1>
      <a:srgbClr val="99CC00"/>
    </a:accent1>
    <a:accent2>
      <a:srgbClr val="CCCC66"/>
    </a:accent2>
    <a:accent3>
      <a:srgbClr val="FFFFFF"/>
    </a:accent3>
    <a:accent4>
      <a:srgbClr val="000000"/>
    </a:accent4>
    <a:accent5>
      <a:srgbClr val="CAE2AA"/>
    </a:accent5>
    <a:accent6>
      <a:srgbClr val="B9B95C"/>
    </a:accent6>
    <a:hlink>
      <a:srgbClr val="FFCC00"/>
    </a:hlink>
    <a:folHlink>
      <a:srgbClr val="CC99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6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Level</vt:lpstr>
      <vt:lpstr>Community Outreach Services</vt:lpstr>
      <vt:lpstr>Mission Statement</vt:lpstr>
      <vt:lpstr>About the Library</vt:lpstr>
      <vt:lpstr>Community Outreach Programs</vt:lpstr>
      <vt:lpstr>Branch Libraries</vt:lpstr>
      <vt:lpstr>Volunteering Guidelines</vt:lpstr>
    </vt:vector>
  </TitlesOfParts>
  <Company>Brigham Young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Outreach Services</dc:title>
  <dc:creator>Beverly Zimmerman</dc:creator>
  <cp:revision>1</cp:revision>
  <dcterms:created xsi:type="dcterms:W3CDTF">2004-09-24T03:30:02Z</dcterms:created>
  <dcterms:modified xsi:type="dcterms:W3CDTF">2024-12-11T08:25:57Z</dcterms:modified>
</cp:coreProperties>
</file>