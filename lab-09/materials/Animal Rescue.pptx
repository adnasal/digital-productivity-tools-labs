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AC8E5-B675-41B1-BE69-21583D6BECF3}" v="1" dt="2020-05-07T11:16:33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54" autoAdjust="0"/>
    <p:restoredTop sz="94660"/>
  </p:normalViewPr>
  <p:slideViewPr>
    <p:cSldViewPr>
      <p:cViewPr varScale="1">
        <p:scale>
          <a:sx n="81" d="100"/>
          <a:sy n="81" d="100"/>
        </p:scale>
        <p:origin x="80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ma Ramic-Brkic" userId="38c0b1d9-3138-45f5-8c7c-c219f8602f62" providerId="ADAL" clId="{AB0AC8E5-B675-41B1-BE69-21583D6BECF3}"/>
    <pc:docChg chg="modSld">
      <pc:chgData name="Belma Ramic-Brkic" userId="38c0b1d9-3138-45f5-8c7c-c219f8602f62" providerId="ADAL" clId="{AB0AC8E5-B675-41B1-BE69-21583D6BECF3}" dt="2020-05-07T11:16:36.254" v="1" actId="1076"/>
      <pc:docMkLst>
        <pc:docMk/>
      </pc:docMkLst>
      <pc:sldChg chg="addSp modSp mod">
        <pc:chgData name="Belma Ramic-Brkic" userId="38c0b1d9-3138-45f5-8c7c-c219f8602f62" providerId="ADAL" clId="{AB0AC8E5-B675-41B1-BE69-21583D6BECF3}" dt="2020-05-07T11:16:36.254" v="1" actId="1076"/>
        <pc:sldMkLst>
          <pc:docMk/>
          <pc:sldMk cId="0" sldId="256"/>
        </pc:sldMkLst>
        <pc:picChg chg="add mod">
          <ac:chgData name="Belma Ramic-Brkic" userId="38c0b1d9-3138-45f5-8c7c-c219f8602f62" providerId="ADAL" clId="{AB0AC8E5-B675-41B1-BE69-21583D6BECF3}" dt="2020-05-07T11:16:36.254" v="1" actId="1076"/>
          <ac:picMkLst>
            <pc:docMk/>
            <pc:sldMk cId="0" sldId="256"/>
            <ac:picMk id="5" creationId="{125D2FA8-5D4D-470F-818C-4F0260EDF4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9A853-43AB-45DB-BAEA-20995B9D8DE7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7A813-9017-4EAD-A423-76AAD6E477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baseline="0" dirty="0">
                <a:latin typeface="Times New Roman"/>
              </a:rPr>
              <a:t>Animal Rescue League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rtl="0"/>
            <a:r>
              <a:rPr lang="en-US" baseline="0" dirty="0">
                <a:solidFill>
                  <a:schemeClr val="tx1"/>
                </a:solidFill>
              </a:rPr>
              <a:t>Feral dogs</a:t>
            </a:r>
          </a:p>
        </p:txBody>
      </p:sp>
      <p:pic>
        <p:nvPicPr>
          <p:cNvPr id="5" name="Picture 4" descr="Sad Max The Husky">
            <a:extLst>
              <a:ext uri="{FF2B5EF4-FFF2-40B4-BE49-F238E27FC236}">
                <a16:creationId xmlns:a16="http://schemas.microsoft.com/office/drawing/2014/main" id="{125D2FA8-5D4D-470F-818C-4F0260EDF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11215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aseline="0" dirty="0">
                <a:latin typeface="Times New Roman"/>
              </a:rPr>
              <a:t>What are Feral dogs?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aseline="0" dirty="0"/>
              <a:t>A domestic animal that has reverted back to a wild state is considered feral</a:t>
            </a:r>
          </a:p>
          <a:p>
            <a:pPr lvl="0"/>
            <a:r>
              <a:rPr lang="en-US" dirty="0"/>
              <a:t>Lost or abandoned dogs can survive only 2-4 years on their own</a:t>
            </a:r>
          </a:p>
          <a:p>
            <a:r>
              <a:rPr lang="en-US" dirty="0"/>
              <a:t>Feral dogs face death by starvation, disease, inclement weather, traffic, and predatory animals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aseline="0" dirty="0">
                <a:latin typeface="Times New Roman"/>
              </a:rPr>
              <a:t>Why</a:t>
            </a:r>
            <a:r>
              <a:rPr lang="en-US" dirty="0">
                <a:latin typeface="Times New Roman"/>
              </a:rPr>
              <a:t> care about Feral dogs?</a:t>
            </a:r>
            <a:endParaRPr lang="en-US" baseline="0" dirty="0">
              <a:latin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</a:t>
            </a:r>
            <a:r>
              <a:rPr lang="en-US" dirty="0"/>
              <a:t> single breeding pair of feral dogs, over the course of 7 years, can produce 420,000 offspring</a:t>
            </a:r>
            <a:endParaRPr lang="en-US" baseline="0" dirty="0"/>
          </a:p>
          <a:p>
            <a:r>
              <a:rPr lang="en-US" dirty="0"/>
              <a:t>US animal shelters routinely euthanize 15 million unwanted pets a year</a:t>
            </a:r>
          </a:p>
          <a:p>
            <a:pPr lvl="0"/>
            <a:endParaRPr lang="en-US" dirty="0"/>
          </a:p>
          <a:p>
            <a:pPr lvl="0"/>
            <a:endParaRPr lang="en-US" b="1" dirty="0">
              <a:solidFill>
                <a:srgbClr val="4F81BD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baseline="0" dirty="0">
                <a:latin typeface="Times New Roman" pitchFamily="18" charset="0"/>
                <a:cs typeface="Times New Roman" pitchFamily="18" charset="0"/>
              </a:rPr>
              <a:t>What to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do</a:t>
            </a:r>
            <a:endParaRPr lang="en-US" b="1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dirty="0"/>
              <a:t>Simply f</a:t>
            </a:r>
            <a:r>
              <a:rPr lang="en-US" baseline="0" dirty="0"/>
              <a:t>eeding</a:t>
            </a:r>
            <a:r>
              <a:rPr lang="en-US" dirty="0"/>
              <a:t> feral dogs does not solve the problem! </a:t>
            </a:r>
          </a:p>
          <a:p>
            <a:r>
              <a:rPr lang="en-US" dirty="0"/>
              <a:t>Extra food often brings in more dogs to the area</a:t>
            </a:r>
          </a:p>
          <a:p>
            <a:r>
              <a:rPr lang="en-US" dirty="0"/>
              <a:t>Food left outdoors attracts other animals</a:t>
            </a:r>
          </a:p>
          <a:p>
            <a:pPr marR="0" lvl="0" rtl="0"/>
            <a:r>
              <a:rPr lang="en-US" baseline="0" dirty="0"/>
              <a:t>Contact the</a:t>
            </a:r>
            <a:r>
              <a:rPr lang="en-US" dirty="0"/>
              <a:t> Animal Rescue League’s Feral dog Program</a:t>
            </a:r>
          </a:p>
          <a:p>
            <a:pPr marR="0" lvl="0" rtl="0"/>
            <a:r>
              <a:rPr lang="en-US" baseline="0" dirty="0"/>
              <a:t>Neuter</a:t>
            </a:r>
            <a:r>
              <a:rPr lang="en-US" dirty="0"/>
              <a:t> your pets!</a:t>
            </a:r>
            <a:endParaRPr lang="en-US" baseline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baseline="0" dirty="0">
                <a:latin typeface="Times New Roman"/>
              </a:rPr>
              <a:t>What we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en-US" dirty="0"/>
              <a:t>Capture, neuter, and vaccinate feral dogs and return them to their territories</a:t>
            </a:r>
          </a:p>
          <a:p>
            <a:pPr lvl="1"/>
            <a:r>
              <a:rPr lang="en-US" dirty="0"/>
              <a:t>Stabilizes the population at manageable levels</a:t>
            </a:r>
          </a:p>
          <a:p>
            <a:pPr lvl="1"/>
            <a:r>
              <a:rPr lang="en-US" dirty="0"/>
              <a:t>Eliminates annoying mating-related behavior</a:t>
            </a:r>
          </a:p>
          <a:p>
            <a:pPr lvl="1"/>
            <a:r>
              <a:rPr lang="en-US" dirty="0"/>
              <a:t>Colonies defend their territories against newcomers</a:t>
            </a:r>
          </a:p>
          <a:p>
            <a:pPr lvl="1"/>
            <a:r>
              <a:rPr lang="en-US" dirty="0"/>
              <a:t>Allows dogs to live out natural lives</a:t>
            </a:r>
          </a:p>
          <a:p>
            <a:pPr marR="0" lvl="0" rtl="0"/>
            <a:r>
              <a:rPr lang="en-US" dirty="0"/>
              <a:t>Teams of volunteers maintain food and shelter for the feral dog colonies </a:t>
            </a:r>
          </a:p>
          <a:p>
            <a:pPr lvl="1"/>
            <a:r>
              <a:rPr lang="en-US" dirty="0"/>
              <a:t>Dishes are picked up after every daily feeding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Help Us!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feral dog colonies</a:t>
            </a:r>
          </a:p>
          <a:p>
            <a:r>
              <a:rPr lang="en-US" dirty="0"/>
              <a:t>Donate dog food and old blankets</a:t>
            </a:r>
          </a:p>
          <a:p>
            <a:r>
              <a:rPr lang="en-US" dirty="0"/>
              <a:t>Volunteer your time</a:t>
            </a:r>
          </a:p>
          <a:p>
            <a:r>
              <a:rPr lang="en-US" dirty="0"/>
              <a:t>Support our  low-cost spay/neuter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1914</TotalTime>
  <Words>213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Animal Rescue League</vt:lpstr>
      <vt:lpstr>What are Feral dogs?</vt:lpstr>
      <vt:lpstr>Why care about Feral dogs?</vt:lpstr>
      <vt:lpstr>What to do</vt:lpstr>
      <vt:lpstr>What we do</vt:lpstr>
      <vt:lpstr>Help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File</dc:title>
  <dc:subject>PowerPoint 2</dc:subject>
  <dc:creator>Tanja</dc:creator>
  <cp:keywords>Course Technology</cp:keywords>
  <cp:lastModifiedBy>Belma Ramic-Brkic</cp:lastModifiedBy>
  <cp:revision>122</cp:revision>
  <dcterms:created xsi:type="dcterms:W3CDTF">2007-01-24T21:23:04Z</dcterms:created>
  <dcterms:modified xsi:type="dcterms:W3CDTF">2020-05-07T11:16:43Z</dcterms:modified>
</cp:coreProperties>
</file>